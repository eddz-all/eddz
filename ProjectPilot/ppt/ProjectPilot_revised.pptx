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E2E8F0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334155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0EA5E9">
              <a:alpha val="0"/>
            </a:srgbClr>
          </a:solidFill>
          <a:ln w="11430">
            <a:solidFill>
              <a:srgbClr val="0EA5E9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8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 BRIEF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868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18541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多服务器项目环境管理中央控制平台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小组成员：封皓宇、韩振友、林炜涵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项目背景：多服务器协作成为常态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先讲客观场景：同一个项目往往运行在多台机器上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多人协作时，同一个项目可能部署在多台服务器上。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不同服务器承担开发、测试、部署、实验等不同角色。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项目路径、依赖环境、Git 分支状态经常不一致。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团队成员很难快速判断哪台机器上的项目是最新、可运行、安全的。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153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server-a：开发环境，branch=dev，Python 3.10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server-b：测试环境，branch=main，Python 3.8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server-c：实验环境，branch=old，Docker 未运行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核心痛点：状态不可见，执行不可控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问题从“分散”进一步变成“风险”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看不清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分支、提交、未提交改动难以统一确认。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Python、Node、Docker、CUDA 版本容易不一致。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服务器信息分散，无法形成统一状态视图。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管不住，追不回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人工逐台 SSH 检查效率低，且容易遗漏。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批量 SSH 执行命令存在安全风险。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操作过程缺少统一日志，出错后难以定位责任和原因。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435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因此我们需要一个系统，把状态检测、风险分析、任务执行和日志追踪统一起来。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项目目标：统一查看、分析、调度与执行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 的定位是中央控制台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presentation-skill-icon-cache/fa6_FaFolderTree_0ea5e9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17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统一管理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管理项目、服务器及项目在各服务器上的真实路径。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3273552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73552" y="1391412"/>
            <a:ext cx="2596896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presentation-skill-icon-cache/fa6_FaChartLine_0ea5e9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017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40480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统一检测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检测 Git 状态和运行环境，并聚合多服务器差异。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6089904" y="1391412"/>
            <a:ext cx="2596896" cy="3157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1391412"/>
            <a:ext cx="2596896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tmp/presentation-skill-icon-cache/fa6_FaRobot_0ea5e9_2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017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56832" y="15742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统一执行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18504" y="20497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生成计划，用户确认后交由 Executor 受控执行。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总体架构：中央控制 + 分布式执行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前端、后端、数据库、Executor 各司其职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控制台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用户查看项目状态，发起检测、AI 分析和执行确认。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调度与记录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统一创建任务、调用 AI、聚合状态、写入日志。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数据库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系统事实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保存项目、服务器、快照、任务和操作日志。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本机执行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运行在目标服务器，主动轮询任务并回传结果。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前端和 Executor 都只访问总后端；总后端是唯一调度中心。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后端：调度中心 + 数据中心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FastAPI 后端负责统一业务编排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提供项目、服务器、检测、AI、执行和日志接口。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334155">
              <a:alpha val="14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封装检测、执行、AI 计划和 Executor 任务编排。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Project、Server、GitStatus、EnvironmentSnapshot、ExecutorTask 等模型。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334155">
              <a:alpha val="14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SQLite + SQLAlchemy 保存系统状态和执行历史。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Executor：服务器主动拉取任务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任务状态从 queued 到 running，再到 completed 或 failed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前端发起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用户点击检测或确认 AI 计划执行。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后端入队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后端创建 ExecutorTask，状态为 queued。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轮询领取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调用 POST /executor/poll 获取任务。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执行回传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本机执行，再回传 result，后端写库。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AI：从分析建议到主动计划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只生成计划，执行仍由后端约束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环境分析：比较多台服务器环境差异并给出风险。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分析：接入 eddz smart_git，生成 doctor、map、sync plan、commit plan。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配置计划：根据源服务器与目标服务器生成配置步骤。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主动任务规划：自然语言需求生成结构化计划。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131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 /projects/{project_id}/ai/plan-action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安全检查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人工确认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队列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安全执行与日志追踪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生成，人工确认，后端拦截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执行前控制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执行前必须由用户确认。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后端对命令做安全检查。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危险命令会被阻断。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前端不直接操作服务器。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执行后追踪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只执行分配给自己的任务。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限制 allowed-root。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任务状态包括 queued、running、completed、failed。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任务输入、结果和错误信息写入 OperationLog。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435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ProjectPilot 强调受控自动化：计划可解释，执行可拦截，结果可追踪。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前端展示：TUI 与 APP 软件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此页保留展示位，后续替换为实际页面截图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4604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4604"/>
            <a:ext cx="400507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presentation-skill-icon-cache/fa6_FaTerminal_0ea5e9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49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967484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TUI 展示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4297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展示命令行交互、任务状态、Executor 连接和本地检测结果。后续放置 TUI 截图。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681728" y="1784604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784604"/>
            <a:ext cx="4005072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tmp/presentation-skill-icon-cache/fa6_FaDesktop_0ea5e9_2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949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48656" y="1967484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软件展示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910328" y="244297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展示仪表盘、服务器状态、Git 与环境矩阵、AI Insight 和 Recent Activity。后续放置 APP 截图。</a:t>
            </a:r>
            <a:endParaRPr lang="en-US" sz="1060" dirty="0"/>
          </a:p>
        </p:txBody>
      </p:sp>
      <p:sp>
        <p:nvSpPr>
          <p:cNvPr id="15" name="Shape 11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前端部分重点体现：统一查看、状态对比、任务追踪和 AI 辅助决策。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当前不足与后续优化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核心闭环已经跑通，后续重点是稳定性和工程化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前后端接口字段仍需继续保持同步。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在线状态和心跳展示还可增强。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任务取消、重试、优先级仍可扩展。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Planner 仍是初版，需求分类和多步骤工作流可增强。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CORS 与部署目前通过代理 / Tunnel 解决。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2058924"/>
            <a:ext cx="2770632" cy="109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在线状态面板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任务超时与重试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权限分级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工程化部署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问题与改进：为什么 Executor 不再依赖 SSH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从后端主动连接，改为目标服务器主动访问总后端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传统 SSH 方案的问题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后端需要保存多台服务器的登录能力。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大量服务器需要开放 SSH 入口。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网络、防火墙、密钥管理成本高。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批量远程执行命令的安全边界不清晰。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 Executor 的改进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主动通过 HTTPS 轮询总后端。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服务器不需要向后端暴露 SSH。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任务按 executor_id 分配，执行结果统一回传。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状态和日志统一落库，便于审计和追踪。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435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模式更适合多服务器协作：中心调度，分布式执行，安全边界更清楚。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ProjectPilot 项目汇报</dc:title>
  <dc:subject>面向多服务器项目环境管理的中央控制平台</dc:subject>
  <dc:creator>PptxGenJS</dc:creator>
  <cp:lastModifiedBy>PptxGenJS</cp:lastModifiedBy>
  <cp:revision>1</cp:revision>
  <dcterms:created xsi:type="dcterms:W3CDTF">2026-06-09T09:00:35Z</dcterms:created>
  <dcterms:modified xsi:type="dcterms:W3CDTF">2026-06-09T09:00:35Z</dcterms:modified>
</cp:coreProperties>
</file>