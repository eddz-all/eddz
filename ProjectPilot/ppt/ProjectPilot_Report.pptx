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32120" y="475488"/>
            <a:ext cx="0" cy="4005072"/>
          </a:xfrm>
          <a:prstGeom prst="line">
            <a:avLst/>
          </a:prstGeom>
          <a:noFill/>
          <a:ln w="6350">
            <a:solidFill>
              <a:srgbClr val="E2E8F0">
                <a:alpha val="8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16168" y="475488"/>
            <a:ext cx="0" cy="4005072"/>
          </a:xfrm>
          <a:prstGeom prst="line">
            <a:avLst/>
          </a:prstGeom>
          <a:noFill/>
          <a:ln w="6350">
            <a:solidFill>
              <a:srgbClr val="E2E8F0">
                <a:alpha val="8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300216" y="475488"/>
            <a:ext cx="0" cy="4005072"/>
          </a:xfrm>
          <a:prstGeom prst="line">
            <a:avLst/>
          </a:prstGeom>
          <a:noFill/>
          <a:ln w="6350">
            <a:solidFill>
              <a:srgbClr val="E2E8F0">
                <a:alpha val="8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84264" y="475488"/>
            <a:ext cx="0" cy="4005072"/>
          </a:xfrm>
          <a:prstGeom prst="line">
            <a:avLst/>
          </a:prstGeom>
          <a:noFill/>
          <a:ln w="6350">
            <a:solidFill>
              <a:srgbClr val="E2E8F0">
                <a:alpha val="8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68312" y="475488"/>
            <a:ext cx="0" cy="4005072"/>
          </a:xfrm>
          <a:prstGeom prst="line">
            <a:avLst/>
          </a:prstGeom>
          <a:noFill/>
          <a:ln w="6350">
            <a:solidFill>
              <a:srgbClr val="E2E8F0">
                <a:alpha val="8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52360" y="475488"/>
            <a:ext cx="0" cy="4005072"/>
          </a:xfrm>
          <a:prstGeom prst="line">
            <a:avLst/>
          </a:prstGeom>
          <a:noFill/>
          <a:ln w="6350">
            <a:solidFill>
              <a:srgbClr val="E2E8F0">
                <a:alpha val="8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36408" y="475488"/>
            <a:ext cx="0" cy="4005072"/>
          </a:xfrm>
          <a:prstGeom prst="line">
            <a:avLst/>
          </a:prstGeom>
          <a:noFill/>
          <a:ln w="6350">
            <a:solidFill>
              <a:srgbClr val="E2E8F0">
                <a:alpha val="8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11112" y="2084832"/>
            <a:ext cx="768096" cy="768096"/>
          </a:xfrm>
          <a:prstGeom prst="ellipse">
            <a:avLst/>
          </a:prstGeom>
          <a:solidFill>
            <a:srgbClr val="0EA5E9">
              <a:alpha val="0"/>
            </a:srgbClr>
          </a:solidFill>
          <a:ln w="11430">
            <a:solidFill>
              <a:srgbClr val="0EA5E9">
                <a:alpha val="3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0216" y="1773936"/>
            <a:ext cx="1389888" cy="1389888"/>
          </a:xfrm>
          <a:prstGeom prst="ellipse">
            <a:avLst/>
          </a:prstGeom>
          <a:solidFill>
            <a:srgbClr val="0EA5E9">
              <a:alpha val="0"/>
            </a:srgbClr>
          </a:solidFill>
          <a:ln w="11430">
            <a:solidFill>
              <a:srgbClr val="334155">
                <a:alpha val="3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71032" y="1444752"/>
            <a:ext cx="2048256" cy="2048256"/>
          </a:xfrm>
          <a:prstGeom prst="ellipse">
            <a:avLst/>
          </a:prstGeom>
          <a:solidFill>
            <a:srgbClr val="0EA5E9">
              <a:alpha val="0"/>
            </a:srgbClr>
          </a:solidFill>
          <a:ln w="11430">
            <a:solidFill>
              <a:srgbClr val="0EA5E9">
                <a:alpha val="3200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65836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spc="180" kern="0" dirty="0">
                <a:solidFill>
                  <a:srgbClr val="0EA5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POLICY BRIEF</a:t>
            </a:r>
            <a:endParaRPr lang="en-US" sz="84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005840"/>
            <a:ext cx="67665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ProjectPilot</a:t>
            </a:r>
            <a:endParaRPr lang="en-US" sz="4200" dirty="0"/>
          </a:p>
        </p:txBody>
      </p:sp>
      <p:sp>
        <p:nvSpPr>
          <p:cNvPr id="14" name="Shape 12"/>
          <p:cNvSpPr/>
          <p:nvPr/>
        </p:nvSpPr>
        <p:spPr>
          <a:xfrm>
            <a:off x="457200" y="2002536"/>
            <a:ext cx="86868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2185416"/>
            <a:ext cx="6766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面向多服务器项目环境管理的中央控制平台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79932"/>
            <a:ext cx="77724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为什么需要 ProjectPilot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多人协作项目在多台机器上运行时，状态很容易分散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45692"/>
            <a:ext cx="4773168" cy="3249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项目代码、运行环境和 Git 状态分布在不同服务器上。</a:t>
            </a:r>
            <a:endParaRPr lang="en-US" sz="16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Python、Node、Docker 等版本差异会导致运行结果不一致。</a:t>
            </a:r>
            <a:endParaRPr lang="en-US" sz="16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依赖人工 SSH 排查成本高，操作过程也难以追踪。</a:t>
            </a:r>
            <a:endParaRPr lang="en-US" sz="16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可以辅助分析，但直接自动执行存在风险。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58968" y="1345692"/>
            <a:ext cx="3227832" cy="32491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58968" y="1345692"/>
            <a:ext cx="91440" cy="3249168"/>
          </a:xfrm>
          <a:prstGeom prst="rect">
            <a:avLst/>
          </a:prstGeom>
          <a:solidFill>
            <a:srgbClr val="0EA5E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733288" y="1574292"/>
            <a:ext cx="2770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EA5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FOCUS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733288" y="2058924"/>
            <a:ext cx="2770632" cy="879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看不清：多台服务器状态分散。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改不稳：环境差异和 Git 风险难判断。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追不回：执行过程缺少统一日志。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2/15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79932"/>
            <a:ext cx="77724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项目目标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统一查看、分析、调度与执行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91412"/>
            <a:ext cx="2596896" cy="31577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91412"/>
            <a:ext cx="2596896" cy="91440"/>
          </a:xfrm>
          <a:prstGeom prst="rect">
            <a:avLst/>
          </a:prstGeom>
          <a:solidFill>
            <a:srgbClr val="0EA5E9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0" descr="/tmp/presentation-skill-icon-cache/fa6_FaFolderTree_0ea5e9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01724"/>
            <a:ext cx="310896" cy="31089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24128" y="1574292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统一管理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049780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6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管理项目、服务器、绑定路径和多环境状态。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3273552" y="1391412"/>
            <a:ext cx="2596896" cy="31577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73552" y="1391412"/>
            <a:ext cx="2596896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" name="Image 1" descr="/tmp/presentation-skill-icon-cache/fa6_FaServer_0ea5e9_25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432" y="1601724"/>
            <a:ext cx="310896" cy="31089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840480" y="1574292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统一检测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3502152" y="2049780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6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检测 Git 状态、运行环境、Docker 状态和执行结果。</a:t>
            </a:r>
            <a:endParaRPr lang="en-US" sz="1060" dirty="0"/>
          </a:p>
        </p:txBody>
      </p:sp>
      <p:sp>
        <p:nvSpPr>
          <p:cNvPr id="15" name="Shape 11"/>
          <p:cNvSpPr/>
          <p:nvPr/>
        </p:nvSpPr>
        <p:spPr>
          <a:xfrm>
            <a:off x="6089904" y="1391412"/>
            <a:ext cx="2596896" cy="31577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089904" y="1391412"/>
            <a:ext cx="2596896" cy="91440"/>
          </a:xfrm>
          <a:prstGeom prst="rect">
            <a:avLst/>
          </a:prstGeom>
          <a:solidFill>
            <a:srgbClr val="0EA5E9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7" name="Image 2" descr="/tmp/presentation-skill-icon-cache/fa6_FaRobot_0ea5e9_25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4" y="1601724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656832" y="1574292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受控执行</a:t>
            </a:r>
            <a:endParaRPr lang="en-US" sz="1350" dirty="0"/>
          </a:p>
        </p:txBody>
      </p:sp>
      <p:sp>
        <p:nvSpPr>
          <p:cNvPr id="19" name="Text 14"/>
          <p:cNvSpPr txBox="1"/>
          <p:nvPr/>
        </p:nvSpPr>
        <p:spPr>
          <a:xfrm>
            <a:off x="6318504" y="2049780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6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生成计划，人工确认后由 Executor 执行并回传。</a:t>
            </a:r>
            <a:endParaRPr lang="en-US" sz="1060" dirty="0"/>
          </a:p>
        </p:txBody>
      </p:sp>
      <p:sp>
        <p:nvSpPr>
          <p:cNvPr id="20" name="Shape 15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3/15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502920" y="4247388"/>
            <a:ext cx="8138160" cy="566928"/>
          </a:xfrm>
          <a:prstGeom prst="roundRect">
            <a:avLst>
              <a:gd name="adj" fmla="val 35484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731520" y="430225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ProjectPilot 的目标是把项目状态、AI 建议和执行过程串成闭环。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79932"/>
            <a:ext cx="77724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总体架构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中央控制 + 分布式执行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82268"/>
            <a:ext cx="8229600" cy="6400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82268"/>
            <a:ext cx="73152" cy="6400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52857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0EA5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1755648" y="14737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前端控制台</a:t>
            </a:r>
            <a:endParaRPr lang="en-US" sz="1140" dirty="0"/>
          </a:p>
        </p:txBody>
      </p:sp>
      <p:sp>
        <p:nvSpPr>
          <p:cNvPr id="9" name="Text 7"/>
          <p:cNvSpPr txBox="1"/>
          <p:nvPr/>
        </p:nvSpPr>
        <p:spPr>
          <a:xfrm>
            <a:off x="3950208" y="1491996"/>
            <a:ext cx="4590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用户查看项目状态，发起检测、AI 分析和执行确认。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457200" y="2168652"/>
            <a:ext cx="82296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168652"/>
            <a:ext cx="73152" cy="64008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8368" y="231495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755648" y="22600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总后端</a:t>
            </a:r>
            <a:endParaRPr lang="en-US" sz="1140" dirty="0"/>
          </a:p>
        </p:txBody>
      </p:sp>
      <p:sp>
        <p:nvSpPr>
          <p:cNvPr id="14" name="Text 12"/>
          <p:cNvSpPr txBox="1"/>
          <p:nvPr/>
        </p:nvSpPr>
        <p:spPr>
          <a:xfrm>
            <a:off x="3950208" y="2278380"/>
            <a:ext cx="4590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统一提供 API，负责调度、聚合、AI 编排和日志记录。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457200" y="2955036"/>
            <a:ext cx="8229600" cy="6400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955036"/>
            <a:ext cx="73152" cy="6400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" y="310134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0EA5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1755648" y="30464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数据库</a:t>
            </a:r>
            <a:endParaRPr lang="en-US" sz="1140" dirty="0"/>
          </a:p>
        </p:txBody>
      </p:sp>
      <p:sp>
        <p:nvSpPr>
          <p:cNvPr id="19" name="Text 17"/>
          <p:cNvSpPr txBox="1"/>
          <p:nvPr/>
        </p:nvSpPr>
        <p:spPr>
          <a:xfrm>
            <a:off x="3950208" y="3064764"/>
            <a:ext cx="4590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保存项目、服务器、快照、任务和操作日志。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457200" y="3741420"/>
            <a:ext cx="82296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741420"/>
            <a:ext cx="73152" cy="64008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8368" y="3887724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1755648" y="38328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Executor</a:t>
            </a:r>
            <a:endParaRPr lang="en-US" sz="1140" dirty="0"/>
          </a:p>
        </p:txBody>
      </p:sp>
      <p:sp>
        <p:nvSpPr>
          <p:cNvPr id="24" name="Text 22"/>
          <p:cNvSpPr txBox="1"/>
          <p:nvPr/>
        </p:nvSpPr>
        <p:spPr>
          <a:xfrm>
            <a:off x="3950208" y="3851148"/>
            <a:ext cx="4590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运行在目标服务器，主动轮询任务、执行并回传结果。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4/15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2920" y="4247388"/>
            <a:ext cx="8138160" cy="566928"/>
          </a:xfrm>
          <a:prstGeom prst="roundRect">
            <a:avLst>
              <a:gd name="adj" fmla="val 35484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31520" y="430225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前端和 Executor 都只访问总后端，后端是系统的统一事实来源。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79932"/>
            <a:ext cx="77724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前端成果展示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此页等待前端同学补充实际截图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99972"/>
            <a:ext cx="8229600" cy="1552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项目总览仪表盘：待补充截图。</a:t>
            </a:r>
            <a:endParaRPr lang="en-US" sz="16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服务器状态列表：待补充截图。</a:t>
            </a:r>
            <a:endParaRPr lang="en-US" sz="16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 与环境矩阵：待补充截图。</a:t>
            </a:r>
            <a:endParaRPr lang="en-US" sz="16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Insight 与 Recent Activity：待补充截图。</a:t>
            </a:r>
            <a:endParaRPr lang="en-US" sz="16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Executor 任务队列状态展示：待补充截图。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5/15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4247388"/>
            <a:ext cx="8138160" cy="566928"/>
          </a:xfrm>
          <a:prstGeom prst="roundRect">
            <a:avLst>
              <a:gd name="adj" fmla="val 35484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430225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前端承担中央控制台角色，将后端聚合结果展示给用户。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79932"/>
            <a:ext cx="77724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后端设计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FastAPI 后端是调度中心和数据中心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0" y="1299972"/>
            <a:ext cx="0" cy="320344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901696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22776" y="1336548"/>
            <a:ext cx="402336" cy="402336"/>
          </a:xfrm>
          <a:prstGeom prst="ellipse">
            <a:avLst/>
          </a:prstGeom>
          <a:solidFill>
            <a:srgbClr val="0EA5E9">
              <a:alpha val="14000"/>
            </a:srgbClr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318260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0EA5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68402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Routers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177796"/>
            <a:ext cx="379476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6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提供项目、服务器、检测、AI、执行和日志接口。</a:t>
            </a:r>
            <a:endParaRPr lang="en-US" sz="1060" dirty="0"/>
          </a:p>
        </p:txBody>
      </p:sp>
      <p:sp>
        <p:nvSpPr>
          <p:cNvPr id="11" name="Shape 9"/>
          <p:cNvSpPr/>
          <p:nvPr/>
        </p:nvSpPr>
        <p:spPr>
          <a:xfrm>
            <a:off x="8193024" y="1336548"/>
            <a:ext cx="402336" cy="402336"/>
          </a:xfrm>
          <a:prstGeom prst="ellipse">
            <a:avLst/>
          </a:prstGeom>
          <a:solidFill>
            <a:srgbClr val="334155">
              <a:alpha val="14000"/>
            </a:srgbClr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27448" y="1318260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727448" y="168402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Services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727448" y="2177796"/>
            <a:ext cx="379476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6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封装检测、执行、AI 计划和 Executor 任务编排。</a:t>
            </a:r>
            <a:endParaRPr lang="en-US" sz="1060" dirty="0"/>
          </a:p>
        </p:txBody>
      </p:sp>
      <p:sp>
        <p:nvSpPr>
          <p:cNvPr id="15" name="Shape 13"/>
          <p:cNvSpPr/>
          <p:nvPr/>
        </p:nvSpPr>
        <p:spPr>
          <a:xfrm>
            <a:off x="3922776" y="3093720"/>
            <a:ext cx="402336" cy="402336"/>
          </a:xfrm>
          <a:prstGeom prst="ellipse">
            <a:avLst/>
          </a:prstGeom>
          <a:solidFill>
            <a:srgbClr val="0EA5E9">
              <a:alpha val="14000"/>
            </a:srgbClr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075432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0EA5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441192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Models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934968"/>
            <a:ext cx="379476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6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定义 Project、Server、GitStatus、EnvironmentSnapshot、ExecutorTask 等模型。</a:t>
            </a:r>
            <a:endParaRPr lang="en-US" sz="1060" dirty="0"/>
          </a:p>
        </p:txBody>
      </p:sp>
      <p:sp>
        <p:nvSpPr>
          <p:cNvPr id="19" name="Shape 17"/>
          <p:cNvSpPr/>
          <p:nvPr/>
        </p:nvSpPr>
        <p:spPr>
          <a:xfrm>
            <a:off x="8193024" y="3093720"/>
            <a:ext cx="402336" cy="402336"/>
          </a:xfrm>
          <a:prstGeom prst="ellipse">
            <a:avLst/>
          </a:prstGeom>
          <a:solidFill>
            <a:srgbClr val="334155">
              <a:alpha val="14000"/>
            </a:srgbClr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27448" y="3075432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727448" y="3441192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Database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727448" y="3934968"/>
            <a:ext cx="379476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6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使用 SQLite + SQLAlchemy 保存系统事实和执行历史。</a:t>
            </a:r>
            <a:endParaRPr lang="en-US" sz="1060" dirty="0"/>
          </a:p>
        </p:txBody>
      </p:sp>
      <p:sp>
        <p:nvSpPr>
          <p:cNvPr id="23" name="Shape 21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6/15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79932"/>
            <a:ext cx="77724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核心数据模型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围绕项目、服务器、快照、任务和日志建立状态闭环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54252"/>
          <a:ext cx="8229600" cy="3157728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模型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作用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关键字段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A5E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Project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项目基本信息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name, path, description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Server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被管理服务器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name, host, connection_mode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ProjectServerMapping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项目与服务器绑定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project_path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GitStatus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Git 成功快照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branch, ahead, behind, last_commit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EnvironmentSnapshot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环境成功快照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python, node, docker, arch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ExecutorTask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异步任务队列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task_type, status, result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OperationLog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全流程审计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operation_type, status, details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45217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同一项目可以绑定多台服务器；同一服务器也可以承载多个项目。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7/15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79932"/>
            <a:ext cx="77724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Executor 模式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服务器主动拉任务，而不是后端大量 SSH 登录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82268"/>
            <a:ext cx="8229600" cy="6400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82268"/>
            <a:ext cx="73152" cy="6400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52857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0EA5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QUEUED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1755648" y="14737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任务入队</a:t>
            </a:r>
            <a:endParaRPr lang="en-US" sz="1140" dirty="0"/>
          </a:p>
        </p:txBody>
      </p:sp>
      <p:sp>
        <p:nvSpPr>
          <p:cNvPr id="9" name="Text 7"/>
          <p:cNvSpPr txBox="1"/>
          <p:nvPr/>
        </p:nvSpPr>
        <p:spPr>
          <a:xfrm>
            <a:off x="3950208" y="1491996"/>
            <a:ext cx="4590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前端发起操作，后端创建 ExecutorTask。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457200" y="2168652"/>
            <a:ext cx="82296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168652"/>
            <a:ext cx="73152" cy="64008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8368" y="231495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POLL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755648" y="22600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主动轮询</a:t>
            </a:r>
            <a:endParaRPr lang="en-US" sz="1140" dirty="0"/>
          </a:p>
        </p:txBody>
      </p:sp>
      <p:sp>
        <p:nvSpPr>
          <p:cNvPr id="14" name="Text 12"/>
          <p:cNvSpPr txBox="1"/>
          <p:nvPr/>
        </p:nvSpPr>
        <p:spPr>
          <a:xfrm>
            <a:off x="3950208" y="2278380"/>
            <a:ext cx="4590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目标服务器上的 Executor 请求 /executor/poll。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457200" y="2955036"/>
            <a:ext cx="8229600" cy="6400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955036"/>
            <a:ext cx="73152" cy="6400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" y="310134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0EA5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RUN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1755648" y="30464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本机执行</a:t>
            </a:r>
            <a:endParaRPr lang="en-US" sz="1140" dirty="0"/>
          </a:p>
        </p:txBody>
      </p:sp>
      <p:sp>
        <p:nvSpPr>
          <p:cNvPr id="19" name="Text 17"/>
          <p:cNvSpPr txBox="1"/>
          <p:nvPr/>
        </p:nvSpPr>
        <p:spPr>
          <a:xfrm>
            <a:off x="3950208" y="3064764"/>
            <a:ext cx="4590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Executor 在 allowed-root 范围内检测或执行脚本。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457200" y="3741420"/>
            <a:ext cx="82296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741420"/>
            <a:ext cx="73152" cy="64008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8368" y="3887724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RESULT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1755648" y="38328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结果回传</a:t>
            </a:r>
            <a:endParaRPr lang="en-US" sz="1140" dirty="0"/>
          </a:p>
        </p:txBody>
      </p:sp>
      <p:sp>
        <p:nvSpPr>
          <p:cNvPr id="24" name="Text 22"/>
          <p:cNvSpPr txBox="1"/>
          <p:nvPr/>
        </p:nvSpPr>
        <p:spPr>
          <a:xfrm>
            <a:off x="3950208" y="3851148"/>
            <a:ext cx="4590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Executor 调用 /executor/tasks/{task_id}/result。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8/15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2920" y="4247388"/>
            <a:ext cx="8138160" cy="566928"/>
          </a:xfrm>
          <a:prstGeom prst="roundRect">
            <a:avLst>
              <a:gd name="adj" fmla="val 35484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31520" y="430225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任务状态从 queued 到 running，再到 completed 或 failed，全程可追踪。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79932"/>
            <a:ext cx="77724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 与环境检测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看清项目在每台服务器上的真实状态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784604"/>
            <a:ext cx="4005072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784604"/>
            <a:ext cx="4005072" cy="91440"/>
          </a:xfrm>
          <a:prstGeom prst="rect">
            <a:avLst/>
          </a:prstGeom>
          <a:solidFill>
            <a:srgbClr val="0EA5E9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0" descr="/tmp/presentation-skill-icon-cache/fa6_FaCodeBranch_0ea5e9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994916"/>
            <a:ext cx="310896" cy="31089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24128" y="1967484"/>
            <a:ext cx="3255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 检测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442972"/>
            <a:ext cx="3547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6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分支、remote、ahead/behind、未提交改动、最近提交，以及是否为 Git 仓库。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4681728" y="1784604"/>
            <a:ext cx="4005072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81728" y="1784604"/>
            <a:ext cx="4005072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" name="Image 1" descr="/tmp/presentation-skill-icon-cache/fa6_FaDocker_0ea5e9_25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1994916"/>
            <a:ext cx="310896" cy="31089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248656" y="1967484"/>
            <a:ext cx="3255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环境检测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4910328" y="2442972"/>
            <a:ext cx="3547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6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OS、CPU 架构、Python、Node.js、Docker、CUDA、磁盘占用等运行条件。</a:t>
            </a:r>
            <a:endParaRPr lang="en-US" sz="1060" dirty="0"/>
          </a:p>
        </p:txBody>
      </p:sp>
      <p:sp>
        <p:nvSpPr>
          <p:cNvPr id="15" name="Shape 11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9/15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502920" y="4247388"/>
            <a:ext cx="8138160" cy="566928"/>
          </a:xfrm>
          <a:prstGeom prst="roundRect">
            <a:avLst>
              <a:gd name="adj" fmla="val 35484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731520" y="430225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最新检测失败时，前端显示检测任务状态，而不是继续展示旧快照。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79932"/>
            <a:ext cx="77724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能力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从分析建议到主动生成执行计划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45692"/>
            <a:ext cx="4773168" cy="3249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环境分析：比较多台服务器环境差异并给出风险。</a:t>
            </a:r>
            <a:endParaRPr lang="en-US" sz="16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 分析：接入 eddz smart_git，分析仓库状态和下一步建议。</a:t>
            </a:r>
            <a:endParaRPr lang="en-US" sz="16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配置计划：根据源/目标服务器环境生成配置步骤。</a:t>
            </a:r>
            <a:endParaRPr lang="en-US" sz="16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主动计划：用户输入自然语言需求，AI 生成结构化计划。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58968" y="1345692"/>
            <a:ext cx="3227832" cy="32491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58968" y="1345692"/>
            <a:ext cx="91440" cy="3249168"/>
          </a:xfrm>
          <a:prstGeom prst="rect">
            <a:avLst/>
          </a:prstGeom>
          <a:solidFill>
            <a:srgbClr val="0EA5E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733288" y="1574292"/>
            <a:ext cx="2770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EA5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FOCUS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733288" y="2058924"/>
            <a:ext cx="2770632" cy="879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只生成计划。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后端做安全检查。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用户确认后再入队执行。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10/15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79932"/>
            <a:ext cx="77724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安全执行机制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避免 AI 直接越权执行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54252"/>
            <a:ext cx="39547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A5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风险来源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040636"/>
            <a:ext cx="3954780" cy="1685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可能生成不合适命令。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远程机器路径和权限不同。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多服务器执行需要可追溯。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732020" y="1254252"/>
            <a:ext cx="39547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控制方式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4732020" y="2040636"/>
            <a:ext cx="3954780" cy="1685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执行前需要 confirmed=true。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后端拦截高危命令。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Executor 限制 allowed-root。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任务和结果写入 OperationLog。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53712" y="1309116"/>
            <a:ext cx="36576" cy="243535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982212"/>
            <a:ext cx="7315200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3982212"/>
            <a:ext cx="73152" cy="56692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15568" y="4018788"/>
            <a:ext cx="69677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ProjectPilot 的执行策略是“先计划、再确认、后执行、全留痕”。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11/15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79932"/>
            <a:ext cx="77724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演示闭环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一次完整操作从前端到 Executor 再回到前端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82268"/>
            <a:ext cx="8229600" cy="6400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82268"/>
            <a:ext cx="73152" cy="6400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52857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0EA5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前端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1755648" y="14737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发起需求</a:t>
            </a:r>
            <a:endParaRPr lang="en-US" sz="1140" dirty="0"/>
          </a:p>
        </p:txBody>
      </p:sp>
      <p:sp>
        <p:nvSpPr>
          <p:cNvPr id="9" name="Text 7"/>
          <p:cNvSpPr txBox="1"/>
          <p:nvPr/>
        </p:nvSpPr>
        <p:spPr>
          <a:xfrm>
            <a:off x="3950208" y="1491996"/>
            <a:ext cx="4590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点击检测，或输入 AI 主动需求。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457200" y="2168652"/>
            <a:ext cx="82296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168652"/>
            <a:ext cx="73152" cy="64008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8368" y="231495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后端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755648" y="22600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生成任务</a:t>
            </a:r>
            <a:endParaRPr lang="en-US" sz="1140" dirty="0"/>
          </a:p>
        </p:txBody>
      </p:sp>
      <p:sp>
        <p:nvSpPr>
          <p:cNvPr id="14" name="Text 12"/>
          <p:cNvSpPr txBox="1"/>
          <p:nvPr/>
        </p:nvSpPr>
        <p:spPr>
          <a:xfrm>
            <a:off x="3950208" y="2278380"/>
            <a:ext cx="4590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创建 detect_git、detect_environment 或 run_local_script。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457200" y="2955036"/>
            <a:ext cx="8229600" cy="6400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955036"/>
            <a:ext cx="73152" cy="6400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" y="310134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0EA5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EXECUTOR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1755648" y="30464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执行任务</a:t>
            </a:r>
            <a:endParaRPr lang="en-US" sz="1140" dirty="0"/>
          </a:p>
        </p:txBody>
      </p:sp>
      <p:sp>
        <p:nvSpPr>
          <p:cNvPr id="19" name="Text 17"/>
          <p:cNvSpPr txBox="1"/>
          <p:nvPr/>
        </p:nvSpPr>
        <p:spPr>
          <a:xfrm>
            <a:off x="3950208" y="3064764"/>
            <a:ext cx="4590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目标服务器本机执行并回传 stdout、stderr 和状态。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457200" y="3741420"/>
            <a:ext cx="82296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741420"/>
            <a:ext cx="73152" cy="64008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8368" y="3887724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前端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1755648" y="38328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展示结果</a:t>
            </a:r>
            <a:endParaRPr lang="en-US" sz="1140" dirty="0"/>
          </a:p>
        </p:txBody>
      </p:sp>
      <p:sp>
        <p:nvSpPr>
          <p:cNvPr id="24" name="Text 22"/>
          <p:cNvSpPr txBox="1"/>
          <p:nvPr/>
        </p:nvSpPr>
        <p:spPr>
          <a:xfrm>
            <a:off x="3950208" y="3851148"/>
            <a:ext cx="4590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刷新状态、任务队列和 Recent Activity。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12/15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2920" y="4247388"/>
            <a:ext cx="8138160" cy="566928"/>
          </a:xfrm>
          <a:prstGeom prst="roundRect">
            <a:avLst>
              <a:gd name="adj" fmla="val 35484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31520" y="430225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演示重点是状态变化：queued -&gt; running -&gt; completed / failed。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79932"/>
            <a:ext cx="77724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项目创新点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把项目管理、AI 分析和分布式执行组合成平台能力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91412"/>
            <a:ext cx="2596896" cy="31577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91412"/>
            <a:ext cx="2596896" cy="91440"/>
          </a:xfrm>
          <a:prstGeom prst="rect">
            <a:avLst/>
          </a:prstGeom>
          <a:solidFill>
            <a:srgbClr val="0EA5E9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0" descr="/tmp/presentation-skill-icon-cache/fa6_FaNetworkWired_0ea5e9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01724"/>
            <a:ext cx="310896" cy="31089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24128" y="1574292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中央控制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049780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6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一个控制台查看多服务器项目状态和执行历史。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3273552" y="1391412"/>
            <a:ext cx="2596896" cy="31577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73552" y="1391412"/>
            <a:ext cx="2596896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" name="Image 1" descr="/tmp/presentation-skill-icon-cache/fa6_FaBrain_0ea5e9_25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432" y="1601724"/>
            <a:ext cx="310896" cy="31089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840480" y="1574292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分布式执行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3502152" y="2049780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6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Executor 主动拉任务，减少对集中 SSH 管理的依赖。</a:t>
            </a:r>
            <a:endParaRPr lang="en-US" sz="1060" dirty="0"/>
          </a:p>
        </p:txBody>
      </p:sp>
      <p:sp>
        <p:nvSpPr>
          <p:cNvPr id="15" name="Shape 11"/>
          <p:cNvSpPr/>
          <p:nvPr/>
        </p:nvSpPr>
        <p:spPr>
          <a:xfrm>
            <a:off x="6089904" y="1391412"/>
            <a:ext cx="2596896" cy="31577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089904" y="1391412"/>
            <a:ext cx="2596896" cy="91440"/>
          </a:xfrm>
          <a:prstGeom prst="rect">
            <a:avLst/>
          </a:prstGeom>
          <a:solidFill>
            <a:srgbClr val="0EA5E9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7" name="Image 2" descr="/tmp/presentation-skill-icon-cache/fa6_FaClipboardCheck_0ea5e9_25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4" y="1601724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656832" y="1574292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计划闭环</a:t>
            </a:r>
            <a:endParaRPr lang="en-US" sz="1350" dirty="0"/>
          </a:p>
        </p:txBody>
      </p:sp>
      <p:sp>
        <p:nvSpPr>
          <p:cNvPr id="19" name="Text 14"/>
          <p:cNvSpPr txBox="1"/>
          <p:nvPr/>
        </p:nvSpPr>
        <p:spPr>
          <a:xfrm>
            <a:off x="6318504" y="2049780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6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从分析走向可审查、可入队、可追踪的执行计划。</a:t>
            </a:r>
            <a:endParaRPr lang="en-US" sz="1060" dirty="0"/>
          </a:p>
        </p:txBody>
      </p:sp>
      <p:sp>
        <p:nvSpPr>
          <p:cNvPr id="20" name="Shape 15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13/15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502920" y="4247388"/>
            <a:ext cx="8138160" cy="566928"/>
          </a:xfrm>
          <a:prstGeom prst="roundRect">
            <a:avLst>
              <a:gd name="adj" fmla="val 35484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731520" y="430225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亮点不是单个接口，而是“看、分析、调度、执行、追踪”的完整链路。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79932"/>
            <a:ext cx="77724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当前不足与后续优化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核心链路已经跑通，后续重点是工程化和体验增强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45692"/>
            <a:ext cx="4773168" cy="3249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继续统一前后端字段口径，减少展示歧义。</a:t>
            </a:r>
            <a:endParaRPr lang="en-US" sz="16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补充 Executor 在线心跳和任务超时机制。</a:t>
            </a:r>
            <a:endParaRPr lang="en-US" sz="16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增加任务取消、重试、优先级和权限分级。</a:t>
            </a:r>
            <a:endParaRPr lang="en-US" sz="16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增强 AI Planner 的需求分类和多步骤工作流能力。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58968" y="1345692"/>
            <a:ext cx="3227832" cy="32491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58968" y="1345692"/>
            <a:ext cx="91440" cy="3249168"/>
          </a:xfrm>
          <a:prstGeom prst="rect">
            <a:avLst/>
          </a:prstGeom>
          <a:solidFill>
            <a:srgbClr val="0EA5E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733288" y="1574292"/>
            <a:ext cx="2770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EA5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FOCUS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733288" y="2058924"/>
            <a:ext cx="2770632" cy="879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更强的在线状态面板。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更完整的任务生命周期。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更清晰的前端可视化。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14/15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79932"/>
            <a:ext cx="77724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总结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一个能看、能分析、能调度、能执行的项目管理平台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82852"/>
            <a:ext cx="1865376" cy="297484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82852"/>
            <a:ext cx="73152" cy="2974848"/>
          </a:xfrm>
          <a:prstGeom prst="rect">
            <a:avLst/>
          </a:prstGeom>
          <a:solidFill>
            <a:srgbClr val="0EA5E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793748"/>
            <a:ext cx="1499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EA5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699004"/>
            <a:ext cx="149961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中央控制台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578608" y="1482852"/>
            <a:ext cx="1865376" cy="297484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78608" y="1482852"/>
            <a:ext cx="73152" cy="2974848"/>
          </a:xfrm>
          <a:prstGeom prst="rect">
            <a:avLst/>
          </a:prstGeom>
          <a:solidFill>
            <a:srgbClr val="33415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807208" y="1793748"/>
            <a:ext cx="1499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2807208" y="2699004"/>
            <a:ext cx="149961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多服务器 Executor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700016" y="1482852"/>
            <a:ext cx="1865376" cy="297484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0016" y="1482852"/>
            <a:ext cx="73152" cy="2974848"/>
          </a:xfrm>
          <a:prstGeom prst="rect">
            <a:avLst/>
          </a:prstGeom>
          <a:solidFill>
            <a:srgbClr val="0EA5E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928616" y="1793748"/>
            <a:ext cx="1499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EA5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4928616" y="2699004"/>
            <a:ext cx="149961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与检测能力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821424" y="1482852"/>
            <a:ext cx="1865376" cy="297484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21424" y="1482852"/>
            <a:ext cx="73152" cy="2974848"/>
          </a:xfrm>
          <a:prstGeom prst="rect">
            <a:avLst/>
          </a:prstGeom>
          <a:solidFill>
            <a:srgbClr val="33415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050024" y="1793748"/>
            <a:ext cx="1499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全程</a:t>
            </a:r>
            <a:endParaRPr lang="en-US" sz="4000" dirty="0"/>
          </a:p>
        </p:txBody>
      </p:sp>
      <p:sp>
        <p:nvSpPr>
          <p:cNvPr id="20" name="Text 18"/>
          <p:cNvSpPr txBox="1"/>
          <p:nvPr/>
        </p:nvSpPr>
        <p:spPr>
          <a:xfrm>
            <a:off x="7050024" y="2699004"/>
            <a:ext cx="149961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日志追踪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15/15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02920" y="4247388"/>
            <a:ext cx="8138160" cy="566928"/>
          </a:xfrm>
          <a:prstGeom prst="roundRect">
            <a:avLst>
              <a:gd name="adj" fmla="val 35484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1520" y="430225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ProjectPilot 将多服务器项目管理从人工排查推进到可视化、可审计、可执行的协作平台。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ProjectPilot 项目汇报</dc:title>
  <dc:subject>多服务器项目环境管理、AI 分析与 Executor 异步执行</dc:subject>
  <dc:creator>PptxGenJS</dc:creator>
  <cp:lastModifiedBy>PptxGenJS</cp:lastModifiedBy>
  <cp:revision>1</cp:revision>
  <dcterms:created xsi:type="dcterms:W3CDTF">2026-06-09T08:29:22Z</dcterms:created>
  <dcterms:modified xsi:type="dcterms:W3CDTF">2026-06-09T08:29:22Z</dcterms:modified>
</cp:coreProperties>
</file>